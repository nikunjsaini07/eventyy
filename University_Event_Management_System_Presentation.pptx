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  <a:latin typeface="Aptos Display"/>
              </a:defRPr>
            </a:pPr>
            <a:r>
              <a:t>University Event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A4453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Prepared for project presentation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Frontend: React + Vite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Backend: Express + TypeScript + Prisma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Database: PostgreSQL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05840"/>
            <a:ext cx="49377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5F5F5F"/>
                </a:solidFill>
                <a:latin typeface="Aptos"/>
              </a:defRPr>
            </a:pPr>
            <a:r>
              <a:t>Cover Screenshot 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Topics covered in the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Introduction to the project and core objective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Problem statement, scope, and target users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System architecture and technology stack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Database design, modules, and workflow explanation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Frontend, backend, deployment, testing, and future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What the system is designed to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University Event Management System is a centralized platform for managing university events, registrations, and user roles.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provides a modern public website for event discovery and a secure admin workflow for event control.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platform supports event groups, individual events, user accounts, and controlled participation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project aims to reduce manual effort and provide a structured digital process for event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Why this system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University event information is often scattered across posters, social media, and informal communication channels.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Manual registration handling creates delays, duplicate work, and difficulty in tracking participants.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Organizers need a better way to control event visibility, user eligibility, and registration status.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system solves these issues through one consistent platform with role-based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Objectives of the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Main goals of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Create a single platform to publish and manage university events.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Provide secure student registration with email verification and login support.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Allow admins to manage events, users, and university badge approvals.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Support both solo and team-based participation with proper validation rules.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Prepare a scalable base for future competition and result-management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Users and Roles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Who interacts with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Student: registers, logs in, updates profile, verifies university details, and joins events.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Admin: manages users, event groups, events, approvals, and coordinator assignments.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Coordinator: receives event-specific temporary permissions for operational support.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Public visitor: browses published event content without needing admin access.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Tools and frameworks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Frontend built with React and Vite for a fast and modern UI experience.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Backend developed using Express and TypeScript for structured API development.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Database handled through PostgreSQL with Prisma ORM for schema-driven access.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Authentication uses JWT, password hashing, and OTP verification workflows.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Cloudinary is used for media upload handling and image hosting.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High-level structure of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application follows a layered architecture: frontend, backend API, and database.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frontend manages screens, forms, navigation, and user interactions.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backend applies authentication, validation, and business rules before storing data.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database persists users, events, teams, registrations, and related operational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Frontend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User interface and interaction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frontend includes pages for home, events, schedule, contact, login, signup, profile, and admin dashboard.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React Router is used for navigation across public and protected pages.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Axios handles API communication, and the token is stored in local storage for authenticated requests.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interface is designed to be responsive and visually suitable for an event-driven application.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Backend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API and business logic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backend is organized into routes, controllers, services, middleware, validators, and utilities.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Each request follows a clean flow: route to controller to service to Prisma.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This separation improves maintainability and makes business logic easier to update later.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backend also exposes dedicated routes for auth, profile, admin, events, uploads, and coordinator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Database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Core entities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database includes tables and models for users, OTP codes, event groups, events, registrations, teams, and badge logs.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Event groups act as parent collections for related events.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Registrations store event participation state, payment state, and review details.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Team and team member models support multi-user participation in group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Authentication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How access is controlled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Students register using email and password, then verify their account using OTP.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JWT tokens are used to authorize protected API requests.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Middleware checks user identity and role before allowing admin or protected actions.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University-only access is controlled through badge verification status.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Password reset flow is also secured with OTP validation.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Event Management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How admins manage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Admins can create event groups to represent festivals or larger event collections.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Within each group, child events can be created with details like venue, dates, fees, participation type, and audience scope.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Visibility rules ensure draft or restricted events are handled correctly.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This structure makes the system practical for real campus festival management.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Registration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How participants join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Students can view published events and register based on event rules.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backend checks registration windows, audience scope, and capacity limits.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Events can require manual approval or allow direct confirmation.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Payment fields are supported so the platform can later integrate real payment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Team Participation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Support for team-based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platform supports both solo and team event types.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 team can be created with a captain and multiple members within allowed size limits.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Validation prevents duplicate or invalid team participation.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This module is important for technical and cultural competitions involving groups.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Operational control panel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admin dashboard provides a dedicated workspace for managing platform data.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Admins can create events, assign coordinators, verify badges, and create other admin users.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Counts and metrics help admins track published content and pending actions.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dashboard is designed for practical use rather than only academic demonstration.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Profile and Badge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University identity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Users can update academic information such as course, department, year, and university details.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Admins review university badge submissions and mark them as verified or rejected.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Verified badge status enables access to university-only events.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This adds trust, control, and event eligibility filtering to the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Deployment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How the project is hosted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frontend is deployed separately from the backend for cleaner scaling and simpler hosting.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React + Vite frontend can be deployed on Vercel as a static client application.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Express backend is deployed on Render and connects to PostgreSQL.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Environment variables are used to connect frontend and backend securely across platforms.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Testing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How the project is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TypeScript build checks help catch structural errors in the frontend and backend code.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API validation is enforced using request validators and business rule checks.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Manual testing is important for auth flows, event creation, registration, and admin actions.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Deployment testing ensures that Vercel frontend and Render backend communicate correctly.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Possible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Add payment gateway integration for paid events.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Introduce analytics dashboards and downloadable reports.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Expand competition modules for rounds, match progression, and final result publishing.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Add email notifications, attendance tracking, and certificate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Create a mobile-friendly or app-based extension in the future.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13D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41832"/>
            <a:ext cx="1188720" cy="73152"/>
          </a:xfrm>
          <a:prstGeom prst="rect">
            <a:avLst/>
          </a:prstGeom>
          <a:solidFill>
            <a:srgbClr val="DA4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303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Final summary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University Event Management System provides a structured digital solution for event publication and participation management.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It combines a modern frontend, secure backend, and relational database design into one complete project.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project is practical, scalable, and suitable as both an academic submission and a real-world foundation.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With screenshots and live deployment references added, this presentation will fully explain the project 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1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8862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5F5F5F"/>
                </a:solidFill>
                <a:latin typeface="Aptos"/>
              </a:defRPr>
            </a:pPr>
            <a:r>
              <a:t>Screenshot Space 2</a:t>
            </a:r>
          </a:p>
          <a:p>
            <a:pPr algn="ctr">
              <a:defRPr sz="1100">
                <a:solidFill>
                  <a:srgbClr val="5F5F5F"/>
                </a:solidFill>
                <a:latin typeface="Aptos"/>
              </a:defRPr>
            </a:pPr>
            <a:r>
              <a:t>Insert app image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